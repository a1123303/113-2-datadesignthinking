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 autoAdjust="0"/>
  </p:normalViewPr>
  <p:slideViewPr>
    <p:cSldViewPr snapToGrid="0" snapToObjects="1">
      <p:cViewPr varScale="1">
        <p:scale>
          <a:sx n="57" d="100"/>
          <a:sy n="57" d="100"/>
        </p:scale>
        <p:origin x="196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9854DF-6D0E-4269-9A70-772D69483DDC}" type="datetimeFigureOut">
              <a:rPr lang="zh-TW" altLang="en-US" smtClean="0"/>
              <a:t>2025/6/14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F43275-AAD3-4131-9BE9-CDEAA68F84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4653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JAN to MAY Precipitation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FEB Precipitation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APR Precipitation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JAN Precipitation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MAR Precipitation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MAY Precipitation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各縣市/測站/每月/每日 雨量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各縣市/測站 Precipitation 緞帶圖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Grid by Country Name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各測站雨量瀑布圖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multiRowCard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各縣市雨量漏斗圖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Country Precipitation 區域圖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Map for Country Precipitation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4d8f1395-cc87-40d8-a86f-cdf5ed89943c?pbi_source=PowerPoi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4d8f1395-cc87-40d8-a86f-cdf5ed89943c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4d8f1395-cc87-40d8-a86f-cdf5ed89943c/?pbi_source=PowerPoi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4d8f1395-cc87-40d8-a86f-cdf5ed89943c/?pbi_source=PowerPoi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4d8f1395-cc87-40d8-a86f-cdf5ed89943c/?pbi_source=PowerPoi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4d8f1395-cc87-40d8-a86f-cdf5ed89943c/?pbi_source=PowerPoi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889097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A1123303_邱佑芹_PowerBI個人專案</a:t>
            </a: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rId3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2025/6/14 上午 11:37:11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2025/6/14 上午 10:13:57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JAN to MAY Precipitation ,FEB Precipitation ,APR Precipitation ,JAN Precipitation ,MAR Precipitation ,MAY Precipitation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各月每日雨量圖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ableEx ,各縣市/測站/每月/每日 雨量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測站-分解樹狀結構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各縣市/測站 Precipitation 緞帶圖 ,Grid by Country Nam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緞帶-樹狀圖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各測站雨量瀑布圖 ,multiRowCard ,各縣市雨量漏斗圖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漏斗-多列卡片-瀑布圖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ountry Precipitation 區域圖 ,Map for Country Precipitation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地圖-區域圖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142</Words>
  <Application>Microsoft Office PowerPoint</Application>
  <PresentationFormat>寬螢幕</PresentationFormat>
  <Paragraphs>51</Paragraphs>
  <Slides>6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A1123303_邱佑芹_PowerBI個人專案</vt:lpstr>
      <vt:lpstr>各月每日雨量圖</vt:lpstr>
      <vt:lpstr>測站-分解樹狀結構</vt:lpstr>
      <vt:lpstr>緞帶-樹狀圖</vt:lpstr>
      <vt:lpstr>漏斗-多列卡片-瀑布圖</vt:lpstr>
      <vt:lpstr>地圖-區域圖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佑芹 邱</cp:lastModifiedBy>
  <cp:revision>5</cp:revision>
  <dcterms:created xsi:type="dcterms:W3CDTF">2016-09-04T11:54:55Z</dcterms:created>
  <dcterms:modified xsi:type="dcterms:W3CDTF">2025-06-14T11:39:19Z</dcterms:modified>
</cp:coreProperties>
</file>